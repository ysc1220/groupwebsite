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FFFBF4"/>
    <a:srgbClr val="450C61"/>
    <a:srgbClr val="EAD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D7D38-5EE9-0CF5-59FD-65BCD6547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C8AE8-9C22-B688-188E-A766AEF44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EC4A7-1286-AB6E-1E90-B81A849F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8F25D-40A8-0681-3850-EC7CDF8C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1FFDF-A103-F819-AAA7-018DD5AF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2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AED1-3300-11D2-4742-8060EFEB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893C-1892-FB56-26C0-7014E1D49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C650-CD5D-C9D5-7C39-97D642FE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93A0C-0ECF-F2EA-7C04-812DC7DD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3C9C1-81DF-C04B-7F38-8FF8B1AE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7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F0E2-6212-EEAB-6A43-63072A56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AB4E3F-2D0A-4B2B-35CB-CAA274D0F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5FA09-1B9C-0550-1DFA-30F7C173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ED787-852C-B1E8-AA4E-CF81F0EB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E0CB1-8880-CE6E-C5DA-D90C95CF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7830-E80C-A19E-E104-9663B83F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35445-FCC6-B29F-4258-34ED18354B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FA5FF-7912-233C-D372-8342FB26E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B516-07DB-9398-E411-8EDDEEE75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2190F-B7E1-3763-7719-779F4CBE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D79C1-417B-3947-D932-C792361D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2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92D4-E657-0FA2-36A8-AE0175DAD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80A7F-5FBB-BE3D-A969-793D3142E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240AF4-2457-ACCC-B186-0DD0D8D18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10D9A3-2E88-355C-E6AC-2A9431D8D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EAE9F9-DB09-FAE5-9DBD-0E47664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321387-AD43-2EDB-E07E-3C37B50D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D0939-EA2F-4904-8BA0-2157049D5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39AF3-59C6-594D-EB76-C6579621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1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A85A-E3E6-D0BE-400B-BF22EFDA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3AE224-319D-30B2-0D22-D5320422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1AF43-8AD9-1E6F-EA04-E4A5A676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9D515-14AC-9DC8-C095-F9C3D0443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38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1BCC5-A7A4-63E2-12E1-DB9C9C46C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9A6AD-76FB-D1FF-F6E6-360538E6F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92BC4-D403-F4A7-B497-43FAAD88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934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B305-0F08-DDC4-6E7D-FC776517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863D-D272-395D-F4C8-0BFB3E29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5C2BD-5E8A-E656-7CA9-93C71335D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FB63C-0AEF-F190-664D-DF94A970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3DC29-D37B-6FB6-58AC-E8F34A533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FFC2A-A8EF-8B1C-3F0B-05D26190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4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AE208-490F-D69A-5503-C9D32AE0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235052-93FB-2B76-E0CC-C9A845BA6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64011-F3DB-2BCE-2F0E-79869AC42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4FEB-63C6-F823-CBC8-ABFEC3C6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154B2-E6E7-7C9C-6F56-63243C01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3520B-8647-3619-6ACC-2D902C4A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AC67-C673-3037-D1A1-4A0EF616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E4C5C-E7BE-0BBE-853A-CFA0F8472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208BB-4771-35E0-AECB-CEA30F5E1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48868-D4B4-2BAB-06D8-DC7807BF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CB9B5-12C5-2D69-BD9F-62C7411E2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809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81D18D-913C-0C24-A961-1C9976B09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5E818-68F8-6D2F-1B1A-7F1265B9E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CEB7C-8329-42CD-B161-862C0FF4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2B126-56A7-35C1-BE15-32C7828C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5659-9996-0870-B9A6-4DB6BAB4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36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312482-17A1-ADEF-CD51-AAD2CF89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8410B-1EB0-041B-056F-56893FC7B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31DC-8923-01F6-6BB1-8683C1B777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61F81-92C3-274B-9AE0-64EA4B2FDB2B}" type="datetimeFigureOut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66B40-D684-7C62-249D-FBE6F57FE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4B65-DE2D-56F7-4C6C-6AD557C84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6B82-C3CA-A042-A0EA-490E62355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9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C53B51-E8F2-54D0-5BA6-AF09E851C582}"/>
              </a:ext>
            </a:extLst>
          </p:cNvPr>
          <p:cNvSpPr/>
          <p:nvPr/>
        </p:nvSpPr>
        <p:spPr>
          <a:xfrm>
            <a:off x="861848" y="1841157"/>
            <a:ext cx="4040660" cy="1587843"/>
          </a:xfrm>
          <a:prstGeom prst="rect">
            <a:avLst/>
          </a:prstGeom>
          <a:solidFill>
            <a:srgbClr val="FFFB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FEEC45-2577-827A-2B70-7D9372597543}"/>
              </a:ext>
            </a:extLst>
          </p:cNvPr>
          <p:cNvSpPr/>
          <p:nvPr/>
        </p:nvSpPr>
        <p:spPr>
          <a:xfrm>
            <a:off x="861848" y="3794234"/>
            <a:ext cx="4414345" cy="1229711"/>
          </a:xfrm>
          <a:prstGeom prst="rect">
            <a:avLst/>
          </a:prstGeom>
          <a:solidFill>
            <a:srgbClr val="450C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682D5-AC4E-E4CF-BBD4-35AC2E501E5D}"/>
              </a:ext>
            </a:extLst>
          </p:cNvPr>
          <p:cNvSpPr/>
          <p:nvPr/>
        </p:nvSpPr>
        <p:spPr>
          <a:xfrm>
            <a:off x="7367752" y="1681655"/>
            <a:ext cx="2911365" cy="1093076"/>
          </a:xfrm>
          <a:prstGeom prst="rect">
            <a:avLst/>
          </a:prstGeom>
          <a:solidFill>
            <a:srgbClr val="EAD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55EFBB-B53E-9955-28C3-534AD8715882}"/>
              </a:ext>
            </a:extLst>
          </p:cNvPr>
          <p:cNvSpPr/>
          <p:nvPr/>
        </p:nvSpPr>
        <p:spPr>
          <a:xfrm>
            <a:off x="6653048" y="3878317"/>
            <a:ext cx="4519449" cy="1334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69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926EE9-99CE-2F4F-4537-771C374704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579"/>
          <a:stretch/>
        </p:blipFill>
        <p:spPr>
          <a:xfrm>
            <a:off x="1566041" y="178676"/>
            <a:ext cx="4572000" cy="62011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E151E0-84DC-13C2-7FF8-8E706128FBE1}"/>
              </a:ext>
            </a:extLst>
          </p:cNvPr>
          <p:cNvSpPr txBox="1"/>
          <p:nvPr/>
        </p:nvSpPr>
        <p:spPr>
          <a:xfrm>
            <a:off x="1671146" y="525517"/>
            <a:ext cx="44458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BF4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rPr>
              <a:t>We are a theoretical chemistry group specializing in excited state physics within materials. By developing quantum chemistry simulation methods and data-driven models, we design innovative materials tailored for advanced optoelectronic technologies of the future.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B4DA37-7702-ECE3-EFE8-F00AD3D1C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912" b="9579"/>
          <a:stretch/>
        </p:blipFill>
        <p:spPr>
          <a:xfrm>
            <a:off x="6737131" y="3121572"/>
            <a:ext cx="4572000" cy="325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6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37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Yeongsu Cho</dc:creator>
  <cp:lastModifiedBy>Yeongsu Cho</cp:lastModifiedBy>
  <cp:revision>2</cp:revision>
  <dcterms:created xsi:type="dcterms:W3CDTF">2025-02-02T23:31:43Z</dcterms:created>
  <dcterms:modified xsi:type="dcterms:W3CDTF">2025-02-10T14:56:45Z</dcterms:modified>
</cp:coreProperties>
</file>